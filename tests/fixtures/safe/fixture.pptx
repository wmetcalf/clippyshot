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69E3E-3F68-4D8E-AB34-63DC6F0672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216AB6D-35B0-42D8-8DD1-06ECA54312B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Hello ClippyShot.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Line two.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