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FC39310-B0C7-4F08-BFD2-E9DB0BDABAD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6952C68-1EE1-42C8-B291-A7ED6B40DE2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